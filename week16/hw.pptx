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5EBF9-C7D8-FDE1-53D7-742F84B3D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6D619E8-4B59-365C-507A-C6BC85200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F299F4-8E7B-7CB6-477F-DED154AA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0F3E3A-3A2E-EF3F-91F5-817EE7CA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3A377F-A10A-716A-9F36-5B3CCDFD9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08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F859F-32F8-8ADC-9544-823E64ABD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271155-7271-EAEE-00D8-47309DC45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BEF63E-E6EE-F73C-47F4-0EDE9A49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DA0E21-2D46-5425-E1F5-B82550AC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3BA3B9-E58B-9FEC-35A5-F9CEF7E9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88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5869AC-7BF1-2A1B-6596-254762BD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55341A-E40B-9E2F-B786-F7653D737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4C6166-434D-B17E-C6D8-816D062C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589804-1121-9E4E-AA6D-815BA10EB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C75FFD-6E51-980D-F5B8-1ABD0979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941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38DFFF-CA73-50CB-A218-FF3809E77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84897B-3144-FC6E-1AA1-E1FB443D1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F165C15-C4FE-7D59-A88C-5A7481842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09FCCA-2BF7-528C-7291-1CAC4C60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82A3DB-4F86-2D6B-5DA8-267114D10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1A3973-B384-0176-4E74-228CFA466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61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E514A4-335F-A52C-ACF2-3C4FD59A2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847FD1-E905-E5A6-41E8-774D7DF65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E0C792E-166F-2AF2-837D-E3BB3D66C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08A9797-AA01-45DD-EF5A-34EF920E0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37F046B-D8A4-E23C-D997-F9B9BD194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626599D-21CB-E0D1-4884-DE8D3663C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137B38C-D4D2-41F8-AED1-E579EC1E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3EDC220-A0E0-952D-7C7C-3D3F2609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29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9F2CC9-E5B1-BEBB-B655-1BF11266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F4D3802-B1B6-318D-2543-7BF38BEF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937D38-D2D8-BB0A-6877-D52FC0E0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1E97D37-7242-9F33-667C-0152A564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859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FB22BA8-A945-2AF4-6548-053BDD7E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7C42BB3-78CB-9907-9A20-A6FF83BC3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81434F-F804-3D5C-5811-BD6F75E4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5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903905-7AF6-7A6A-5151-22C72D29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31EFCD-7FFE-327C-705D-1DD8F85A5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172427-378B-4635-528F-D809CDDB1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69B051-A311-A376-DDD3-C4A61056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823EA3-C533-9EA9-72C3-EAF40B17B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29F490-ADD3-1D2C-3618-13674A02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620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8D047-5D86-4767-3AFB-EB5F127B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BE8846E-D186-8C99-6C0E-E61B1A00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E091675-934A-4117-B8C1-4CDFC271F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F9DA065-EDE9-18D8-F265-937655F4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BD3326-B5A1-7AC5-05CB-53354E6DD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57BF879-B201-858E-7844-5A4053DC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85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93EB20-ED07-0E32-C623-C03D195D6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5902185-A341-34E7-5CD3-05E37B236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ED7CB1-0A22-EC0A-08B3-4610F84C4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962FD1-6A92-AB3D-2E98-37277BF3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4DA331-1E23-DEE1-D32C-B5FAFC60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04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C21B3BA-D0A1-BC1E-3610-121A4B49A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1B8443-69DC-0368-2322-5AF67760E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8F1694-782C-1FD8-1A2F-D0D5F81D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823D74-C322-6206-C4D0-9A3CEBC7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22DC60-9904-F093-EE07-804B4B2A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73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0E6FEF3-D6AB-5871-8EF6-9A7FDF69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D92B336-991B-E1DC-4676-7BBE2D51A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440523-7124-E862-455F-B4EBCBCD2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F89F-1019-4F7B-9F34-CED09F9BB05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CB5A41-D44D-E574-E6A1-CD4C32680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C7B6BF-A902-4F70-9DB7-E78063C39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843A3-59E5-4070-9E24-72F66FB510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182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649EDD7-7075-964E-C0E2-D1D802CC4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17" y="2200045"/>
            <a:ext cx="1053612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5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BD9D1C9-5343-7D52-0088-4031801FA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1052181"/>
            <a:ext cx="11631648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2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1</cp:revision>
  <dcterms:created xsi:type="dcterms:W3CDTF">2026-06-09T07:20:34Z</dcterms:created>
  <dcterms:modified xsi:type="dcterms:W3CDTF">2026-06-09T07:20:40Z</dcterms:modified>
</cp:coreProperties>
</file>